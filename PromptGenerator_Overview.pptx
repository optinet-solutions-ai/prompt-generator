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6175A"/>
                </a:solidFill>
                <a:latin typeface="Calibri"/>
              </a:rPr>
              <a:t>PROMPT GENERATOR  ·  MULTI-BRAND AI IMAGE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37160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1B2A33"/>
                </a:solidFill>
                <a:latin typeface="Calibri"/>
              </a:rPr>
              <a:t>Multi-Brand Prompt Generator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5B637A"/>
                </a:solidFill>
                <a:latin typeface="Calibri"/>
              </a:rPr>
              <a:t>Turns a brand and a reference image into a polished, on-brand AI image prompt — then sends it straight to ChatGPT or Gemini to generate the picture.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5196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4251960"/>
            <a:ext cx="91440" cy="16916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19" y="443484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16175A"/>
                </a:solidFill>
                <a:latin typeface="Calibri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7" y="522122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Casino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7" y="55321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Roosterbet · SpinJo · FortunePlay +6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5112" y="425196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5112" y="4251960"/>
            <a:ext cx="91440" cy="16916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443484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16175A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522122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Ways to 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55321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Reference · Assistant · Blend · Wizard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425196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10144" y="4251960"/>
            <a:ext cx="91440" cy="16916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0184" y="443484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16175A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8472" y="522122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AI image engines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48472" y="55321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ChatGPT (gpt-image-1) + Gemini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PURPOSE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From blank page to on-brand image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Replacing guesswork and prompt-copying with a guided, brand-aware generator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548640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6175A"/>
                </a:solidFill>
                <a:latin typeface="Calibri"/>
              </a:rPr>
              <a:t>What it 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063240"/>
            <a:ext cx="489204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37A"/>
                </a:solidFill>
                <a:latin typeface="Calibri"/>
              </a:rPr>
              <a:t>Designers used to write image prompts by hand — copying an old prompt, swapping a few words, and hoping the result still looked like the brand.
This app does it for them. Pick a brand, pick a reference image you like, tweak a few settings, and it writes a fresh, detailed prompt that stays true to that brand's look — ready to paste into ChatGPT or Gemini.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286000"/>
            <a:ext cx="5148072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6060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6175A"/>
                </a:solidFill>
                <a:latin typeface="Calibri"/>
              </a:rPr>
              <a:t>Who it's for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3108960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310896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MK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3090672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Marketing &amp;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3410712"/>
            <a:ext cx="39776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Spin up promo banners and social art for any brand without writing prompts from scratch.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20840" y="4096512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0840" y="4096512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BR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4078224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Brand consistency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4398264"/>
            <a:ext cx="39776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Every prompt is grounded in that brand's own reference library, so output stays on-brand.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20840" y="5084064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5084064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SP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5065776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Speed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5385816"/>
            <a:ext cx="39776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Seconds from idea to a copy-paste prompt — and one click to the actual image.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Seven simple steps, start to finish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The whole flow lives on one screen — no spreadsheets, no copy-pasting old prompts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3172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6112" y="2569463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56946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136391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2A33"/>
                </a:solidFill>
                <a:latin typeface="Calibri"/>
              </a:rPr>
              <a:t>Pick a brand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410711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B637A"/>
                </a:solidFill>
                <a:latin typeface="Calibri"/>
              </a:rPr>
              <a:t>Choose from 9 casino brands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82696" y="2944368"/>
            <a:ext cx="164592" cy="201168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38144" y="233172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94176" y="2569463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94176" y="256946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94176" y="3136391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2A33"/>
                </a:solidFill>
                <a:latin typeface="Calibri"/>
              </a:rPr>
              <a:t>Pick a reference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4176" y="3410711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B637A"/>
                </a:solidFill>
                <a:latin typeface="Calibri"/>
              </a:rPr>
              <a:t>Load a template image you like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80760" y="2944368"/>
            <a:ext cx="164592" cy="201168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36208" y="233172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92240" y="2569463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56946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136391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2A33"/>
                </a:solidFill>
                <a:latin typeface="Calibri"/>
              </a:rPr>
              <a:t>See its recipe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410711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B637A"/>
                </a:solidFill>
                <a:latin typeface="Calibri"/>
              </a:rPr>
              <a:t>App shows the reference's data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78824" y="2944368"/>
            <a:ext cx="164592" cy="201168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034272" y="233172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290303" y="2569463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90303" y="256946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90303" y="3136391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2A33"/>
                </a:solidFill>
                <a:latin typeface="Calibri"/>
              </a:rPr>
              <a:t>Adjust settings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90303" y="3410711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B637A"/>
                </a:solidFill>
                <a:latin typeface="Calibri"/>
              </a:rPr>
              <a:t>Position, ratio, theme, description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39112" y="402336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295144" y="426110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95144" y="426110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95144" y="48280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2A33"/>
                </a:solidFill>
                <a:latin typeface="Calibri"/>
              </a:rPr>
              <a:t>Regenerate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95144" y="5102352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B637A"/>
                </a:solidFill>
                <a:latin typeface="Calibri"/>
              </a:rPr>
              <a:t>OpenAI writes a fresh on-brand prompt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81728" y="4636008"/>
            <a:ext cx="164592" cy="201168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837176" y="402336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093208" y="426110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93208" y="426110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93208" y="48280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2A33"/>
                </a:solidFill>
                <a:latin typeface="Calibri"/>
              </a:rPr>
              <a:t>Generate images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93208" y="5102352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B637A"/>
                </a:solidFill>
                <a:latin typeface="Calibri"/>
              </a:rPr>
              <a:t>Send to ChatGPT or Gemini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9792" y="4636008"/>
            <a:ext cx="164592" cy="201168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635240" y="402336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891271" y="426110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91271" y="426110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91271" y="48280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2A33"/>
                </a:solidFill>
                <a:latin typeface="Calibri"/>
              </a:rPr>
              <a:t>Save &amp; organize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91271" y="5102352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B637A"/>
                </a:solidFill>
                <a:latin typeface="Calibri"/>
              </a:rPr>
              <a:t>Heart favorites, browse the library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THE MAIN SCREEN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Everything happens on one page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Choose, tweak, generate — the app guides each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25712" y="548640"/>
            <a:ext cx="2423160" cy="310896"/>
          </a:xfrm>
          <a:prstGeom prst="roundRect">
            <a:avLst>
              <a:gd name="adj" fmla="val 50000"/>
            </a:avLst>
          </a:prstGeom>
          <a:solidFill>
            <a:srgbClr val="E4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25712" y="576072"/>
            <a:ext cx="2423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5B637A"/>
                </a:solidFill>
                <a:latin typeface="Calibri"/>
              </a:rPr>
              <a:t>UI WALKTHROUGH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249424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1945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Brand &amp; reference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487168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Two dropdowns at the top — brand first, then a reference prompt loaded live from Supabase.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108960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05409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Reference Prompt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346703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An expandable panel reveals the reference's recipe: subject, lighting, mood, background and more.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68495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3913631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Settings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420624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Subject position (left/center/right), aspect ratio, plus a theme and description in plain words.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828031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4773167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Regenerate Prompt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" y="5065775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One button asks OpenAI to rewrite a fresh, on-brand prompt from your choices.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687567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6" y="5632703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Action buttons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" y="5925311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Copy, refresh, save, favorite — then ChatGPT, Gemini, or Generate Both to make the image.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37960" y="1874519"/>
            <a:ext cx="498348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812280" y="2194560"/>
            <a:ext cx="4434840" cy="502920"/>
          </a:xfrm>
          <a:prstGeom prst="roundRect">
            <a:avLst>
              <a:gd name="adj" fmla="val 14000"/>
            </a:avLst>
          </a:prstGeom>
          <a:solidFill>
            <a:srgbClr val="E4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95160" y="2194560"/>
            <a:ext cx="4069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Brand:  SpinJo   ▾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12280" y="2834639"/>
            <a:ext cx="4434840" cy="502920"/>
          </a:xfrm>
          <a:prstGeom prst="roundRect">
            <a:avLst>
              <a:gd name="adj" fmla="val 14000"/>
            </a:avLst>
          </a:prstGeom>
          <a:solidFill>
            <a:srgbClr val="E4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95160" y="2834639"/>
            <a:ext cx="4069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Reference:  Neon Astronaut   ▾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12280" y="3520439"/>
            <a:ext cx="4434840" cy="822960"/>
          </a:xfrm>
          <a:prstGeom prst="roundRect">
            <a:avLst>
              <a:gd name="adj" fmla="val 10000"/>
            </a:avLst>
          </a:prstGeom>
          <a:solidFill>
            <a:srgbClr val="EE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95160" y="3630168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B2A33"/>
                </a:solidFill>
                <a:latin typeface="Calibri"/>
              </a:rPr>
              <a:t>Reference Prompt Data  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0" y="3904487"/>
            <a:ext cx="4069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37A"/>
                </a:solidFill>
                <a:latin typeface="Calibri"/>
              </a:rPr>
              <a:t>subject · lighting · mood · background …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12280" y="4480560"/>
            <a:ext cx="2194560" cy="777240"/>
          </a:xfrm>
          <a:prstGeom prst="roundRect">
            <a:avLst>
              <a:gd name="adj" fmla="val 10000"/>
            </a:avLst>
          </a:prstGeom>
          <a:solidFill>
            <a:srgbClr val="EE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40" y="45720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B2A33"/>
                </a:solidFill>
                <a:latin typeface="Calibri"/>
              </a:rPr>
              <a:t>Position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49440" y="4937760"/>
            <a:ext cx="1920240" cy="109728"/>
          </a:xfrm>
          <a:prstGeom prst="roundRect">
            <a:avLst>
              <a:gd name="adj" fmla="val 50000"/>
            </a:avLst>
          </a:prstGeom>
          <a:solidFill>
            <a:srgbClr val="D3D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772400" y="4873752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44000" y="4480560"/>
            <a:ext cx="2103120" cy="777240"/>
          </a:xfrm>
          <a:prstGeom prst="roundRect">
            <a:avLst>
              <a:gd name="adj" fmla="val 10000"/>
            </a:avLst>
          </a:prstGeom>
          <a:solidFill>
            <a:srgbClr val="EE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81160" y="457200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B2A33"/>
                </a:solidFill>
                <a:latin typeface="Calibri"/>
              </a:rPr>
              <a:t>Aspect ratio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81160" y="4873752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37A"/>
                </a:solidFill>
                <a:latin typeface="Calibri"/>
              </a:rPr>
              <a:t>▢ Portrait  ▢ Square  ▣ Wide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12280" y="5440679"/>
            <a:ext cx="4434840" cy="502920"/>
          </a:xfrm>
          <a:prstGeom prst="roundRect">
            <a:avLst>
              <a:gd name="adj" fmla="val 2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12280" y="5440679"/>
            <a:ext cx="4434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↻  Regenerate Prompt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12280" y="6080759"/>
            <a:ext cx="1417320" cy="365760"/>
          </a:xfrm>
          <a:prstGeom prst="roundRect">
            <a:avLst>
              <a:gd name="adj" fmla="val 3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12280" y="6080759"/>
            <a:ext cx="1417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ChatGPT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85048" y="6080759"/>
            <a:ext cx="1417320" cy="365760"/>
          </a:xfrm>
          <a:prstGeom prst="roundRect">
            <a:avLst>
              <a:gd name="adj" fmla="val 30000"/>
            </a:avLst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85048" y="6080759"/>
            <a:ext cx="1417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Gemini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57816" y="6080759"/>
            <a:ext cx="1417320" cy="365760"/>
          </a:xfrm>
          <a:prstGeom prst="roundRect">
            <a:avLst>
              <a:gd name="adj" fmla="val 3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957816" y="6080759"/>
            <a:ext cx="1417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Both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WAYS TO CREATE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Four ways to build a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Same brand-aware engine, four starting points depending on how much guidance you want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26517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6112" y="2542032"/>
            <a:ext cx="384048" cy="914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724912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Reference Template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310128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Start from an existing brand image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931920"/>
            <a:ext cx="21945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Pick a reference prompt from the library and tweak position, ratio, theme and description. The classic flow.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8144" y="2286000"/>
            <a:ext cx="26517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94176" y="2542032"/>
            <a:ext cx="384048" cy="91440"/>
          </a:xfrm>
          <a:prstGeom prst="rect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94176" y="2724912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AI Assistant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3310128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F6FB5"/>
                </a:solidFill>
                <a:latin typeface="Calibri"/>
              </a:rPr>
              <a:t>Describe an idea in plain words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94176" y="3931920"/>
            <a:ext cx="21945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Give it a task and a description; it suggests concepts, then writes and refines a full prompt for you.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8" y="2286000"/>
            <a:ext cx="26517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92240" y="2542032"/>
            <a:ext cx="384048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724912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Blend Two Prompts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310128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Mix references into something new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931920"/>
            <a:ext cx="21945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Combine several reference prompts into one fresh, unique prompt that still reads unmistakably as the brand.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34272" y="2286000"/>
            <a:ext cx="26517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0303" y="2542032"/>
            <a:ext cx="384048" cy="91440"/>
          </a:xfrm>
          <a:prstGeom prst="rect">
            <a:avLst/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90303" y="2724912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Sports Banner Wizard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0303" y="3310128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A93A8"/>
                </a:solidFill>
                <a:latin typeface="Calibri"/>
              </a:rPr>
              <a:t>A guided 5-step builder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0303" y="3931920"/>
            <a:ext cx="21945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Sport, scene, subject position and background — a step-by-step wizard for sports-themed banners.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REFERENCE PROMPT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Every reference is broken into a recipe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Stored in Supabase and shown in the expandable panel — this is what keeps output on-brand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3172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3317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587752"/>
            <a:ext cx="2651760" cy="219456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40487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Format Layout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90087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Frame &amp; composition, e.g. wide cinematic 16:9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8144" y="233172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38144" y="23317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38144" y="2587752"/>
            <a:ext cx="2651760" cy="219456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94176" y="240487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Primary Object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94176" y="2990087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The hero element the scene is built around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8" y="233172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36208" y="23317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6208" y="2587752"/>
            <a:ext cx="2651760" cy="219456"/>
          </a:xfrm>
          <a:prstGeom prst="rect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40487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Subject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990087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The character or figure and how it's posed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34272" y="233172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34272" y="23317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34272" y="2587752"/>
            <a:ext cx="2651760" cy="219456"/>
          </a:xfrm>
          <a:prstGeom prst="rect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90303" y="240487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Lighting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0303" y="2990087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Light sources, colour and direction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270248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4270248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4526280"/>
            <a:ext cx="2651760" cy="219456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" y="43434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Mood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" y="4928616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The feeling — futuristic, festive, tense…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38144" y="4270248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438144" y="4270248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38144" y="4526280"/>
            <a:ext cx="2651760" cy="219456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94176" y="43434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Background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94176" y="4928616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The setting behind the subject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36208" y="4270248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236208" y="4270248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36208" y="4526280"/>
            <a:ext cx="2651760" cy="219456"/>
          </a:xfrm>
          <a:prstGeom prst="rect">
            <a:avLst/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92240" y="43434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Positive Prompt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4928616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The full art-direction the image engine reads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34272" y="4270248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034272" y="4270248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34272" y="4526280"/>
            <a:ext cx="2651760" cy="219456"/>
          </a:xfrm>
          <a:prstGeom prst="rect">
            <a:avLst/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90303" y="43434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Negative Prompt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90303" y="4928616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What to exclude — text, logos, watermarks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PK Positive &amp; Negative prompts feed the image engine directly · everything else guides the rewrite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AI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Describe it once, let the assistant do the rest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For when you don't have a reference in mind — just an idea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468880"/>
            <a:ext cx="342900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788920"/>
            <a:ext cx="777240" cy="777240"/>
          </a:xfrm>
          <a:prstGeom prst="roundRect">
            <a:avLst>
              <a:gd name="adj" fmla="val 16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8920"/>
            <a:ext cx="777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2852928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B2A33"/>
                </a:solidFill>
                <a:latin typeface="Calibri"/>
              </a:rPr>
              <a:t>Concepts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3703320"/>
            <a:ext cx="2880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Give the assistant a brand, a task and a short description. It proposes several creative concepts to choose from.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61104" y="3072384"/>
            <a:ext cx="219456" cy="23774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89704" y="2468880"/>
            <a:ext cx="342900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09744" y="2788920"/>
            <a:ext cx="777240" cy="777240"/>
          </a:xfrm>
          <a:prstGeom prst="roundRect">
            <a:avLst>
              <a:gd name="adj" fmla="val 16000"/>
            </a:avLst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9744" y="2788920"/>
            <a:ext cx="777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9864" y="2852928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B2A33"/>
                </a:solidFill>
                <a:latin typeface="Calibri"/>
              </a:rPr>
              <a:t>Generate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37176" y="3703320"/>
            <a:ext cx="2880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Pick the concept you like and it writes a full, detailed prompt — grounded in the brand's visual identity.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27848" y="3072384"/>
            <a:ext cx="219456" cy="23774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56448" y="2468880"/>
            <a:ext cx="342900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76488" y="2788920"/>
            <a:ext cx="777240" cy="777240"/>
          </a:xfrm>
          <a:prstGeom prst="roundRect">
            <a:avLst>
              <a:gd name="adj" fmla="val 16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76488" y="2788920"/>
            <a:ext cx="777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36608" y="2852928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B2A33"/>
                </a:solidFill>
                <a:latin typeface="Calibri"/>
              </a:rPr>
              <a:t>Refine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3703320"/>
            <a:ext cx="2880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Not quite right? Ask for changes in plain language and it rewrites, keeping what worked.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5120640"/>
            <a:ext cx="10543032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120640"/>
            <a:ext cx="109728" cy="10058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5285232"/>
            <a:ext cx="10058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6175A"/>
                </a:solidFill>
                <a:latin typeface="Calibri"/>
              </a:rPr>
              <a:t>Built-in cost tracking   Every prompt and image call is priced live (OpenAI + Gemini), with a daily/monthly spend view and a spend cap — so AI usage never surprises you.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IMAGE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From prompt to picture, then polish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One prompt, two engines, and tools to fix and extend the result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353872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496312"/>
            <a:ext cx="384048" cy="914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679192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ChatGPT — gpt-image-1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81528"/>
            <a:ext cx="30358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5B637A"/>
                </a:solidFill>
                <a:latin typeface="Calibri"/>
              </a:rPr>
              <a:t>OpenAI's image model, called directly from the app. Great for square and portrait art.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5112" y="2240280"/>
            <a:ext cx="353872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99432" y="2496312"/>
            <a:ext cx="384048" cy="914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2679192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Gemini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3081528"/>
            <a:ext cx="30358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5B637A"/>
                </a:solidFill>
                <a:latin typeface="Calibri"/>
              </a:rPr>
              <a:t>Google's image model — the preferred engine for wide 16:9 banners that gpt-image-1 struggles with.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2240280"/>
            <a:ext cx="353872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84464" y="2496312"/>
            <a:ext cx="384048" cy="914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4464" y="2679192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Generate Variations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3081528"/>
            <a:ext cx="30358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5B637A"/>
                </a:solidFill>
                <a:latin typeface="Calibri"/>
              </a:rPr>
              <a:t>Make several takes of an image at once via the gpt-image-1 edit API — pick the best.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06240"/>
            <a:ext cx="353872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4462272"/>
            <a:ext cx="384048" cy="914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645152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Edit Image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047488"/>
            <a:ext cx="30358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5B637A"/>
                </a:solidFill>
                <a:latin typeface="Calibri"/>
              </a:rPr>
              <a:t>Refine an existing image (via GCP Cloud Run) without starting the prompt over.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5112" y="4206240"/>
            <a:ext cx="353872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99432" y="4462272"/>
            <a:ext cx="384048" cy="914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99432" y="4645152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Wide-banner extend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99432" y="5047488"/>
            <a:ext cx="30358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5B637A"/>
                </a:solidFill>
                <a:latin typeface="Calibri"/>
              </a:rPr>
              <a:t>For 2:1 banners the real scene is mirror-extended into the side gaps — never cropped or blurred.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10144" y="4206240"/>
            <a:ext cx="353872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84464" y="4462272"/>
            <a:ext cx="384048" cy="914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84464" y="4645152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Save to Drive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84464" y="5047488"/>
            <a:ext cx="30358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5B637A"/>
                </a:solidFill>
                <a:latin typeface="Calibri"/>
              </a:rPr>
              <a:t>Generated images are stored in Google Drive and cached in the browser for instant reload.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A simple frontend, thin API routes, trusted services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The React app displays and fires actions; all secrets and heavy lifting live in Vercel API routes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2240280"/>
            <a:ext cx="7589520" cy="786384"/>
          </a:xfrm>
          <a:prstGeom prst="roundRect">
            <a:avLst>
              <a:gd name="adj" fmla="val 6000"/>
            </a:avLst>
          </a:prstGeom>
          <a:solidFill>
            <a:srgbClr val="CDD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80160" y="2240280"/>
            <a:ext cx="109728" cy="78638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359152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2A33"/>
                </a:solidFill>
                <a:latin typeface="Calibri"/>
              </a:rPr>
              <a:t>Frontend  ·  What the user sees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97480"/>
            <a:ext cx="7040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5B637A"/>
                </a:solidFill>
                <a:latin typeface="Calibri"/>
              </a:rPr>
              <a:t>React + Vite SPA on Vercel — generator, assistant, image library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65192" y="3035808"/>
            <a:ext cx="219456" cy="23774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80160" y="3282696"/>
            <a:ext cx="7589520" cy="786384"/>
          </a:xfrm>
          <a:prstGeom prst="roundRect">
            <a:avLst>
              <a:gd name="adj" fmla="val 6000"/>
            </a:avLst>
          </a:prstGeom>
          <a:solidFill>
            <a:srgbClr val="1B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80160" y="3282696"/>
            <a:ext cx="109728" cy="786384"/>
          </a:xfrm>
          <a:prstGeom prst="rect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0" y="3401568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Vercel API routes  ·  The brain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739896"/>
            <a:ext cx="7040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FFFFFF"/>
                </a:solidFill>
                <a:latin typeface="Calibri"/>
              </a:rPr>
              <a:t>OpenAI calls, prompt building, GCP auth, Supabase &amp; Drive access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65192" y="4078224"/>
            <a:ext cx="219456" cy="23774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280160" y="4325112"/>
            <a:ext cx="758952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80160" y="4325112"/>
            <a:ext cx="109728" cy="786384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45920" y="4443983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2A33"/>
                </a:solidFill>
                <a:latin typeface="Calibri"/>
              </a:rPr>
              <a:t>AI + image tools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782312"/>
            <a:ext cx="7040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5B637A"/>
                </a:solidFill>
                <a:latin typeface="Calibri"/>
              </a:rPr>
              <a:t>OpenAI (prompts + gpt-image-1)  ·  Gemini  ·  GCP Cloud Run (edit &amp; save)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65192" y="5120640"/>
            <a:ext cx="219456" cy="23774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280160" y="5367527"/>
            <a:ext cx="7589520" cy="786384"/>
          </a:xfrm>
          <a:prstGeom prst="roundRect">
            <a:avLst>
              <a:gd name="adj" fmla="val 6000"/>
            </a:avLst>
          </a:prstGeom>
          <a:solidFill>
            <a:srgbClr val="E4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280160" y="5367527"/>
            <a:ext cx="109728" cy="786384"/>
          </a:xfrm>
          <a:prstGeom prst="rect">
            <a:avLst/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45920" y="5486399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2A33"/>
                </a:solidFill>
                <a:latin typeface="Calibri"/>
              </a:rPr>
              <a:t>Data &amp; storage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5824727"/>
            <a:ext cx="7040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5B637A"/>
                </a:solidFill>
                <a:latin typeface="Calibri"/>
              </a:rPr>
              <a:t>Supabase (prompts + favorites)  ·  Google Drive (images)  ·  localStorage cache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0" y="2240280"/>
            <a:ext cx="82296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00032" y="224028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B2A33"/>
                </a:solidFill>
                <a:latin typeface="Calibri"/>
              </a:rPr>
              <a:t>Frontend stays simple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00032" y="2551176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80" b="0">
                <a:solidFill>
                  <a:srgbClr val="5B637A"/>
                </a:solidFill>
                <a:latin typeface="Calibri"/>
              </a:rPr>
              <a:t>Displays data and fires actions — no API keys, no business logic.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0" y="3209544"/>
            <a:ext cx="82296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0032" y="3209544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B2A33"/>
                </a:solidFill>
                <a:latin typeface="Calibri"/>
              </a:rPr>
              <a:t>API holds the secrets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3520440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80" b="0">
                <a:solidFill>
                  <a:srgbClr val="5B637A"/>
                </a:solidFill>
                <a:latin typeface="Calibri"/>
              </a:rPr>
              <a:t>OpenAI/GCP keys live only in Vercel env vars, never in the browser.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0" y="4178808"/>
            <a:ext cx="82296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00032" y="4178808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B2A33"/>
                </a:solidFill>
                <a:latin typeface="Calibri"/>
              </a:rPr>
              <a:t>Two image paths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00032" y="4489704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80" b="0">
                <a:solidFill>
                  <a:srgbClr val="5B637A"/>
                </a:solidFill>
                <a:latin typeface="Calibri"/>
              </a:rPr>
              <a:t>Variations use OpenAI directly; edits &amp; saving go through GCP Cloud Run.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0" y="5148072"/>
            <a:ext cx="82296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00032" y="5148072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B2A33"/>
                </a:solidFill>
                <a:latin typeface="Calibri"/>
              </a:rPr>
              <a:t>Drive is source of truth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00032" y="5458968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80" b="0">
                <a:solidFill>
                  <a:srgbClr val="5B637A"/>
                </a:solidFill>
                <a:latin typeface="Calibri"/>
              </a:rPr>
              <a:t>The library syncs from a shared Drive folder; localStorage is just a cache.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DATA &amp; STORAGE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Where everything lives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Supabase is the database; Google Drive holds the images; the browser keeps a fast 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31720"/>
            <a:ext cx="265176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331720"/>
            <a:ext cx="2651760" cy="475488"/>
          </a:xfrm>
          <a:prstGeom prst="roundRect">
            <a:avLst>
              <a:gd name="adj" fmla="val 12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587752"/>
            <a:ext cx="2651760" cy="4572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Reference Prompts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642615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Calibri"/>
              </a:rPr>
              <a:t>Supabase 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1729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prompt_name / brand_name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6301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format_layout / subject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40873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lighting / mood / 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5445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positive_prompt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50017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negative_prompt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38144" y="2331720"/>
            <a:ext cx="265176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438144" y="2331720"/>
            <a:ext cx="2651760" cy="475488"/>
          </a:xfrm>
          <a:prstGeom prst="roundRect">
            <a:avLst>
              <a:gd name="adj" fmla="val 12000"/>
            </a:avLst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38144" y="2587752"/>
            <a:ext cx="2651760" cy="457200"/>
          </a:xfrm>
          <a:prstGeom prst="rect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94176" y="238658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liked_images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94176" y="2642615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Calibri"/>
              </a:rPr>
              <a:t>Favorites (Supabase)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94176" y="31729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image the user hearted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4176" y="36301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brand + source prompt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4176" y="40873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Drive URL reference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94176" y="45445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separate from references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8" y="2331720"/>
            <a:ext cx="265176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36208" y="2331720"/>
            <a:ext cx="2651760" cy="475488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6208" y="2587752"/>
            <a:ext cx="2651760" cy="4572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238658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Google Drive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642615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Calibri"/>
              </a:rPr>
              <a:t>Image storage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1729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every generated image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36301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shared folder = source of truth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0873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works across users &amp; devices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45445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survives domain changes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34272" y="2331720"/>
            <a:ext cx="265176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034272" y="2331720"/>
            <a:ext cx="2651760" cy="475488"/>
          </a:xfrm>
          <a:prstGeom prst="roundRect">
            <a:avLst>
              <a:gd name="adj" fmla="val 12000"/>
            </a:avLst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34272" y="2587752"/>
            <a:ext cx="2651760" cy="457200"/>
          </a:xfrm>
          <a:prstGeom prst="rect">
            <a:avLst/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90303" y="238658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localStorage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0303" y="2642615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Calibri"/>
              </a:rPr>
              <a:t>Browser cache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90303" y="31729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caches Drive image URLs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90303" y="36301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instant library reload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90303" y="40873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not the source of truth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90303" y="45445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re-syncs from Drive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" y="5989320"/>
            <a:ext cx="108813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6089904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175A"/>
                </a:solidFill>
                <a:latin typeface="Calibri"/>
              </a:rPr>
              <a:t>No n8n · No Airtable — Supabase is the single database for both reference prompts and favorites.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CAPABILITIES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What it does, and the rules it holds 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60350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3774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7432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743200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Generate on-brand prompts for 9 casino brands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1638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163824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Load reference recipes live from Supabase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5844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584448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AI Assistant: concepts → generate → refine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00507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005072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Blend multiple references into a new prompt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4256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425696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5-step Sports Banner wizard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48463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846320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Generate images via ChatGPT or Gemini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52669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266944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Variations, image editing &amp; wide-banner extend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56875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687568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Favorites, image library &amp; email content checker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03720" y="2148840"/>
            <a:ext cx="4645152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0" y="23774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GROUND RULES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27432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N1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274320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Reference data always comes from Supabase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32324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N2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3232404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No hardcoded prompts anywhere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37216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N3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372160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No n8n and no Airtable in the stack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421081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N4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421081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Images → Google Drive; favorites → Supabase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7000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N5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4700016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API keys stay server-side in Vercel routes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51892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N6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51892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Match the reference literally — don't re-invent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6784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N7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5678424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Never break a feature that already works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What it runs 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457200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39572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FRONTEND &amp; HOSTING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8346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B2A33"/>
                </a:solidFill>
                <a:latin typeface="Calibri"/>
              </a:rPr>
              <a:t>React + Vite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12724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Single-page 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67588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B2A33"/>
                </a:solidFill>
                <a:latin typeface="Calibri"/>
              </a:rPr>
              <a:t>Tailwind + shadcn/ui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968496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Component 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51713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B2A33"/>
                </a:solidFill>
                <a:latin typeface="Calibri"/>
              </a:rPr>
              <a:t>Vercel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809744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Hosting + API routes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535838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B2A33"/>
                </a:solidFill>
                <a:latin typeface="Calibri"/>
              </a:rPr>
              <a:t>TypeScript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65099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Typed end to end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2148840"/>
            <a:ext cx="6108192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0" y="23957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SERVICES &amp;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276148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175A"/>
                </a:solidFill>
                <a:latin typeface="Calibri"/>
              </a:rPr>
              <a:t>OpenAI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2761488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Prompt generation (GPT) + images (gpt-image-1)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343814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175A"/>
                </a:solidFill>
                <a:latin typeface="Calibri"/>
              </a:rPr>
              <a:t>Gemini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43800" y="3438144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Image generation, preferred for wide banners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411480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175A"/>
                </a:solidFill>
                <a:latin typeface="Calibri"/>
              </a:rPr>
              <a:t>GCP Cloud 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0" y="411480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Image editing + saving to Google Drive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4791456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175A"/>
                </a:solidFill>
                <a:latin typeface="Calibri"/>
              </a:rPr>
              <a:t>Supabase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800" y="4791456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Reference prompts + liked_images favorites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0" y="546811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175A"/>
                </a:solidFill>
                <a:latin typeface="Calibri"/>
              </a:rPr>
              <a:t>Google Drive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800" y="5468112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Generated image storage (+ localStorage cache)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GOOD TO KNOW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Behaviors by design, and how to run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395727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331720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>
                <a:solidFill>
                  <a:srgbClr val="1B2A33"/>
                </a:solidFill>
                <a:latin typeface="Calibri"/>
              </a:rPr>
              <a:t>Wide 2:1 banners mirror-extend the real scene into the gaps — this is intentional, not a bug.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3264408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200400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>
                <a:solidFill>
                  <a:srgbClr val="1B2A33"/>
                </a:solidFill>
                <a:latin typeface="Calibri"/>
              </a:rPr>
              <a:t>Local `npm run dev` serves the UI only; AI/API features run on Vercel deploys.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4133088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4069080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>
                <a:solidFill>
                  <a:srgbClr val="1B2A33"/>
                </a:solidFill>
                <a:latin typeface="Calibri"/>
              </a:rPr>
              <a:t>Favorites (liked_images) and generated images are stored separately, on purpose.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60920" y="2194560"/>
            <a:ext cx="4187952" cy="4069080"/>
          </a:xfrm>
          <a:prstGeom prst="roundRect">
            <a:avLst>
              <a:gd name="adj" fmla="val 6000"/>
            </a:avLst>
          </a:prstGeom>
          <a:solidFill>
            <a:srgbClr val="1B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24871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DD6FF"/>
                </a:solidFill>
                <a:latin typeface="Calibri"/>
              </a:rPr>
              <a:t>GET STARTED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29718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C8C6C6"/>
                </a:solidFill>
                <a:latin typeface="Calibri"/>
              </a:rPr>
              <a:t>Install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320954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npm install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36301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C8C6C6"/>
                </a:solidFill>
                <a:latin typeface="Calibri"/>
              </a:rPr>
              <a:t>Run locally (UI)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3867911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npm run dev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428853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C8C6C6"/>
                </a:solidFill>
                <a:latin typeface="Calibri"/>
              </a:rPr>
              <a:t>Type-check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526279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npx tsc --noEmit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946903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C8C6C6"/>
                </a:solidFill>
                <a:latin typeface="Calibri"/>
              </a:rPr>
              <a:t>Deploy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5184647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git push → Vercel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56692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C8C6C6"/>
                </a:solidFill>
                <a:latin typeface="Calibri"/>
              </a:rPr>
              <a:t>Frontend + API on Vercel · data in Supabase · images in Drive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29107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A93A8"/>
                </a:solidFill>
                <a:latin typeface="Calibri"/>
              </a:rPr>
              <a:t>Multi-Brand Prompt Generator  ·  On-brand AI image prompts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