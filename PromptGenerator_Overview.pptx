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6175A"/>
                </a:solidFill>
                <a:latin typeface="Calibri"/>
              </a:rPr>
              <a:t>PROMPT GENERATOR  ·  MULTI-BRAND AI IMAGE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1B2A33"/>
                </a:solidFill>
                <a:latin typeface="Calibri"/>
              </a:rPr>
              <a:t>Multi-Brand Prompt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5B637A"/>
                </a:solidFill>
                <a:latin typeface="Calibri"/>
              </a:rPr>
              <a:t>Turns a brand and a reference image into a polished, on-brand AI image prompt — then sends it straight to ChatGPT or Gemini to generate the picture.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Casino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Roosterbet · SpinJo · FortunePlay +6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5112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25112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Ways to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Reference · Assistant · Blend · Wizard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425196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4251960"/>
            <a:ext cx="91440" cy="16916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0184" y="443484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16175A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2" y="5221224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image engines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8472" y="55321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ChatGPT (gpt-image-1) + Gemini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blank page to on-brand image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Replacing guesswork and prompt-copying with a guided, brand-aware generator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48640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6060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What it does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48920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B637A"/>
                </a:solidFill>
                <a:latin typeface="Calibri"/>
              </a:rPr>
              <a:t>Designers used to write image prompts by hand — copying an old prompt, swapping a few words, and hoping the result still looked like the brand.
This app does it for them. Pick a brand, pick a reference image you like, tweak a few settings, and it writes a fresh, detailed prompt that stays true to that brand's look — ready to paste into ChatGPT or Gemini.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286000"/>
            <a:ext cx="5148072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6060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6175A"/>
                </a:solidFill>
                <a:latin typeface="Calibri"/>
              </a:rPr>
              <a:t>Who it's for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3108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108960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MK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309067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Marketing &amp;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410712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Spin up promo banners and social art for any brand without writing prompts from scratch.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4096512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4096512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BR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407822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Brand consistency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98264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Every prompt is grounded in that brand's own reference library, so output stays on-brand.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20840" y="5084064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5084064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506577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52360" y="5385816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Seconds from idea to a copy-paste prompt — and one click to the actual image.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Seven simple steps, start to finish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whole flow lives on one screen — no spreadsheets, no copy-pasting old prompts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Choose from 9 casino brands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94436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8144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94176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Pick a reference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Load a template image you like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94436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36208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92240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See its recipe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App shows the reference's data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78824" y="294436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34272" y="233172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290303" y="2569463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90303" y="256946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90303" y="3136391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Adjust settings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90303" y="3410711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Position, ratio, theme, description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295144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95144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95144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Regenerate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95144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OpenAI writes a fresh on-brand prompt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81728" y="463600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837176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93208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93208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93208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Generate images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Send to ChatGPT or Gemini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9792" y="4636008"/>
            <a:ext cx="164592" cy="201168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635240" y="4023360"/>
            <a:ext cx="2651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891271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91271" y="426110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91271" y="482803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B2A33"/>
                </a:solidFill>
                <a:latin typeface="Calibri"/>
              </a:rPr>
              <a:t>Save &amp; organize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91271" y="510235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5B637A"/>
                </a:solidFill>
                <a:latin typeface="Calibri"/>
              </a:rPr>
              <a:t>Heart favorites, browse the library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THE MAIN SCREEN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Everything happens on one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Choose, tweak, generate — the app guides each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25712" y="548640"/>
            <a:ext cx="2423160" cy="310896"/>
          </a:xfrm>
          <a:prstGeom prst="roundRect">
            <a:avLst>
              <a:gd name="adj" fmla="val 50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25712" y="576072"/>
            <a:ext cx="24231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5B637A"/>
                </a:solidFill>
                <a:latin typeface="Calibri"/>
              </a:rPr>
              <a:t>UI WALKTHROUGH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49424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9456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Brand &amp; reference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487168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Two dropdowns at the top — brand first, then a reference prompt loaded live from Supabase.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05409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Reference Prompt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346703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An expandable panel reveals the reference's recipe: subject, lighting, mood, background and more.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68495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91363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Settings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20624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Subject position (left/center/right), aspect ratio, plus a theme and description in plain words.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28031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4773167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Regenerate Prompt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5065775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One button asks OpenAI to rewrite a fresh, on-brand prompt from your choices.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687567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5632703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Action buttons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5925311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Copy, refresh, save, favorite — then ChatGPT, Gemini, or Generate Both to make the image.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874519"/>
            <a:ext cx="498348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12280" y="2194560"/>
            <a:ext cx="4434840" cy="502920"/>
          </a:xfrm>
          <a:prstGeom prst="roundRect">
            <a:avLst>
              <a:gd name="adj" fmla="val 14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2194560"/>
            <a:ext cx="4069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Brand:  SpinJo   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12280" y="2834639"/>
            <a:ext cx="4434840" cy="502920"/>
          </a:xfrm>
          <a:prstGeom prst="roundRect">
            <a:avLst>
              <a:gd name="adj" fmla="val 14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2834639"/>
            <a:ext cx="4069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Reference:  Neon Astronaut   ▾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12280" y="3520439"/>
            <a:ext cx="4434840" cy="822960"/>
          </a:xfrm>
          <a:prstGeom prst="roundRect">
            <a:avLst>
              <a:gd name="adj" fmla="val 10000"/>
            </a:avLst>
          </a:prstGeom>
          <a:solidFill>
            <a:srgbClr val="EE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3630168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B2A33"/>
                </a:solidFill>
                <a:latin typeface="Calibri"/>
              </a:rPr>
              <a:t>Reference Prompt Data  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904487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B637A"/>
                </a:solidFill>
                <a:latin typeface="Calibri"/>
              </a:rPr>
              <a:t>subject · lighting · mood · background 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4480560"/>
            <a:ext cx="2194560" cy="777240"/>
          </a:xfrm>
          <a:prstGeom prst="roundRect">
            <a:avLst>
              <a:gd name="adj" fmla="val 10000"/>
            </a:avLst>
          </a:prstGeom>
          <a:solidFill>
            <a:srgbClr val="EE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49440" y="45720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B2A33"/>
                </a:solidFill>
                <a:latin typeface="Calibri"/>
              </a:rPr>
              <a:t>Position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937760"/>
            <a:ext cx="1920240" cy="109728"/>
          </a:xfrm>
          <a:prstGeom prst="roundRect">
            <a:avLst>
              <a:gd name="adj" fmla="val 50000"/>
            </a:avLst>
          </a:prstGeom>
          <a:solidFill>
            <a:srgbClr val="D3D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0" y="487375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0" y="448056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EEF1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81160" y="45720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B2A33"/>
                </a:solidFill>
                <a:latin typeface="Calibri"/>
              </a:rPr>
              <a:t>Aspect ratio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487375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37A"/>
                </a:solidFill>
                <a:latin typeface="Calibri"/>
              </a:rPr>
              <a:t>▢ Portrait  ▢ Square  ▣ Wide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12280" y="5440679"/>
            <a:ext cx="4434840" cy="502920"/>
          </a:xfrm>
          <a:prstGeom prst="roundRect">
            <a:avLst>
              <a:gd name="adj" fmla="val 2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12280" y="5440679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↻  Regenerate Prompt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12280" y="6080759"/>
            <a:ext cx="1417320" cy="365760"/>
          </a:xfrm>
          <a:prstGeom prst="roundRect">
            <a:avLst>
              <a:gd name="adj" fmla="val 3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12280" y="608075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ChatGPT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85048" y="6080759"/>
            <a:ext cx="1417320" cy="365760"/>
          </a:xfrm>
          <a:prstGeom prst="roundRect">
            <a:avLst>
              <a:gd name="adj" fmla="val 30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85048" y="608075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Gemini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57816" y="6080759"/>
            <a:ext cx="1417320" cy="365760"/>
          </a:xfrm>
          <a:prstGeom prst="roundRect">
            <a:avLst>
              <a:gd name="adj" fmla="val 30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957816" y="6080759"/>
            <a:ext cx="1417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Both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WAYS TO 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Four ways to build a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Same brand-aware engine, four starting points depending on how much guidance you want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6112" y="254203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Reference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Start from an existing brand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Pick a reference prompt from the library and tweak position, ratio, theme and description. The classic 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94176" y="2542032"/>
            <a:ext cx="384048" cy="9144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4176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AI Assistant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F6FB5"/>
                </a:solidFill>
                <a:latin typeface="Calibri"/>
              </a:rPr>
              <a:t>Describe an idea in plain words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Give it a task and a description; it suggests concepts, then writes and refines a full prompt for you.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542032"/>
            <a:ext cx="384048" cy="914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Blend Two 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Mix references into something new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Combine several reference prompts into one fresh, unique prompt that still reads unmistakably as the brand.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286000"/>
            <a:ext cx="26517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0303" y="2542032"/>
            <a:ext cx="384048" cy="9144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90303" y="2724912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B2A33"/>
                </a:solidFill>
                <a:latin typeface="Calibri"/>
              </a:rPr>
              <a:t>Sports Banner Wizard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0303" y="3310128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A93A8"/>
                </a:solidFill>
                <a:latin typeface="Calibri"/>
              </a:rPr>
              <a:t>A guided 5-step builder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3931920"/>
            <a:ext cx="21945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Sport, scene, subject position and background — a step-by-step wizard for sports-themed banners.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REFERENCE PROMPT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Every reference is broken into a recipe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Stored in Supabase and shown in the expandable panel — this is what keeps output on-brand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Format 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Frame &amp; composition, e.g. wide cinematic 16:9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8144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38144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8144" y="2587752"/>
            <a:ext cx="2651760" cy="219456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94176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Primary Object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4176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hero element the scene is built around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6208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Subject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character or figure and how it's posed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34272" y="23317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34272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34272" y="2587752"/>
            <a:ext cx="2651760" cy="219456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90303" y="24048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Lighting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90303" y="2990087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Light sources, colour and direction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Mood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feeling — futuristic, festive, tense…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38144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38144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38144" y="4526280"/>
            <a:ext cx="2651760" cy="219456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94176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Background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setting behind the subject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36208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36208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36208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Positive Prompt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The full art-direction the image engine reads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34272" y="4270248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34272" y="42702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34272" y="4526280"/>
            <a:ext cx="2651760" cy="219456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90303" y="434340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Negative Prompt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0303" y="4928616"/>
            <a:ext cx="2194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What to exclude — text, logos, watermarks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Positive &amp; Negative prompts feed the image engine directly — everything else guides the rewrite.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AI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Describe it once, let the assistant do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For when you don't have a reference in mind — just an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34290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8920"/>
            <a:ext cx="777240" cy="777240"/>
          </a:xfrm>
          <a:prstGeom prst="roundRect">
            <a:avLst>
              <a:gd name="adj" fmla="val 16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89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8529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33"/>
                </a:solidFill>
                <a:latin typeface="Calibri"/>
              </a:rPr>
              <a:t>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37033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Give the assistant a brand, a task and a short description. It proposes several creative concepts to choose from.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61104" y="307238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9704" y="2468880"/>
            <a:ext cx="34290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9744" y="2788920"/>
            <a:ext cx="777240" cy="777240"/>
          </a:xfrm>
          <a:prstGeom prst="roundRect">
            <a:avLst>
              <a:gd name="adj" fmla="val 16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7889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9864" y="28529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33"/>
                </a:solidFill>
                <a:latin typeface="Calibri"/>
              </a:rP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37176" y="37033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Pick the concept you like and it writes a full, detailed prompt — grounded in the brand's visual identity.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7848" y="307238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6448" y="2468880"/>
            <a:ext cx="34290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76488" y="2788920"/>
            <a:ext cx="777240" cy="77724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76488" y="27889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36608" y="285292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33"/>
                </a:solidFill>
                <a:latin typeface="Calibri"/>
              </a:rPr>
              <a:t>Refine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703320"/>
            <a:ext cx="2880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37A"/>
                </a:solidFill>
                <a:latin typeface="Calibri"/>
              </a:rPr>
              <a:t>Not quite right? Ask for changes in plain language and it rewrites, keeping what worked.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120640"/>
            <a:ext cx="10543032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120640"/>
            <a:ext cx="109728" cy="100584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5285232"/>
            <a:ext cx="10058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16175A"/>
                </a:solidFill>
                <a:latin typeface="Calibri"/>
              </a:rPr>
              <a:t>Built-in cost tracking   Every prompt and image call is priced live (OpenAI + Gemini), with a daily/monthly spend view and a spend cap — so AI usage never surprises you.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IMAGE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From prompt to picture, then polish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One prompt, two engines, and tools to fix and extend the result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ChatGPT — gpt-image-1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OpenAI's image model, called directly from the app. Great for square and portrait 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99432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2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Gemini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Google's image model — the preferred engine for wide 16:9 banners that gpt-image-1 struggles with.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10144" y="224028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4464" y="249631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67919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Generate Variations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308152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Make several takes of an image at once via the gpt-image-1 edit API — pick the best.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Edit Image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Refine an existing image (via GCP Cloud Run) without starting the prompt over.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99432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9432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Wide-banner extend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9432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For 2:1 banners the real scene is mirror-extended into the side gaps — never cropped or blurred.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10144" y="4206240"/>
            <a:ext cx="3538728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84464" y="4462272"/>
            <a:ext cx="384048" cy="9144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84464" y="4645152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B2A33"/>
                </a:solidFill>
                <a:latin typeface="Calibri"/>
              </a:rPr>
              <a:t>Save to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84464" y="5047488"/>
            <a:ext cx="303580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30" b="0">
                <a:solidFill>
                  <a:srgbClr val="5B637A"/>
                </a:solidFill>
                <a:latin typeface="Calibri"/>
              </a:rPr>
              <a:t>Generated images are stored in Google Drive and cached in the browser for instant reload.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A simple frontend, thin API routes, trusted services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The React app displays and fires actions; all secrets and heavy lifting live in Vercel API routes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2240280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CDD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2240280"/>
            <a:ext cx="109728" cy="78638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59152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Frontend  ·  What the user sees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97480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React + Vite SPA on Vercel — generator, assistant, image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65192" y="3035808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80160" y="3282696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3282696"/>
            <a:ext cx="109728" cy="786384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401568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Vercel API routes  ·  The brain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3739896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FFFFFF"/>
                </a:solidFill>
                <a:latin typeface="Calibri"/>
              </a:rPr>
              <a:t>OpenAI calls, prompt building, GCP auth, Supabase &amp; Drive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65192" y="4078224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280160" y="4325112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80160" y="4325112"/>
            <a:ext cx="109728" cy="7863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45920" y="4443983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AI + image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782312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OpenAI (prompts + gpt-image-1)  ·  Gemini  ·  GCP Cloud Run (edit &amp; save)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65192" y="5120640"/>
            <a:ext cx="219456" cy="23774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280160" y="5367527"/>
            <a:ext cx="7589520" cy="786384"/>
          </a:xfrm>
          <a:prstGeom prst="roundRect">
            <a:avLst>
              <a:gd name="adj" fmla="val 6000"/>
            </a:avLst>
          </a:prstGeom>
          <a:solidFill>
            <a:srgbClr val="E4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5367527"/>
            <a:ext cx="109728" cy="786384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45920" y="5486399"/>
            <a:ext cx="7040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B2A33"/>
                </a:solidFill>
                <a:latin typeface="Calibri"/>
              </a:rPr>
              <a:t>Data &amp;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824727"/>
            <a:ext cx="7040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80" b="0">
                <a:solidFill>
                  <a:srgbClr val="5B637A"/>
                </a:solidFill>
                <a:latin typeface="Calibri"/>
              </a:rPr>
              <a:t>Supabase (prompts + favorites)  ·  Google Drive (images)  ·  localStorage cache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2240280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0032" y="224028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Frontend stays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2551176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Displays data and fires actions — no API keys, no business logic.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9544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0032" y="3209544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API holds the secrets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352044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OpenAI/GCP keys live only in Vercel env vars, never in the browser.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4178808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0032" y="417880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Two image paths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00032" y="4489704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Variations use OpenAI directly; edits &amp; saving go through GCP Cloud Run.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5148072"/>
            <a:ext cx="82296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00032" y="514807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B2A33"/>
                </a:solidFill>
                <a:latin typeface="Calibri"/>
              </a:rPr>
              <a:t>Drive is source of truth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0032" y="5458968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80" b="0">
                <a:solidFill>
                  <a:srgbClr val="5B637A"/>
                </a:solidFill>
                <a:latin typeface="Calibri"/>
              </a:rPr>
              <a:t>The library syncs from a shared Drive folder; localStorage is just a cache.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DATA &amp;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Where everything lives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B637A"/>
                </a:solidFill>
                <a:latin typeface="Calibri"/>
              </a:rPr>
              <a:t>Supabase is the database; Google Drive holds the images; the browser keeps a fast 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587752"/>
            <a:ext cx="2651760" cy="4572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Reference Prompts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Supabase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prompt_name / brand_name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format_layout / subject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lighting / mood /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positive_prompt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50017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negative_prompt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38144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38144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38144" y="2587752"/>
            <a:ext cx="2651760" cy="457200"/>
          </a:xfrm>
          <a:prstGeom prst="rect">
            <a:avLst/>
          </a:prstGeom>
          <a:solidFill>
            <a:srgbClr val="2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94176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liked_images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94176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Favorites (Supabase)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94176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image the user hearted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brand + source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4176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Drive URL reference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94176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separate from references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6208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36208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2587752"/>
            <a:ext cx="2651760" cy="4572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Google Drive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Image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every generated image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shared folder = source of truth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works across users &amp; devices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survives domain changes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34272" y="2331720"/>
            <a:ext cx="265176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034272" y="2331720"/>
            <a:ext cx="2651760" cy="475488"/>
          </a:xfrm>
          <a:prstGeom prst="roundRect">
            <a:avLst>
              <a:gd name="adj" fmla="val 12000"/>
            </a:avLst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34272" y="2587752"/>
            <a:ext cx="2651760" cy="457200"/>
          </a:xfrm>
          <a:prstGeom prst="rect">
            <a:avLst/>
          </a:prstGeom>
          <a:solidFill>
            <a:srgbClr val="8A9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90303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localStorage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0303" y="2642615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Calibri"/>
              </a:rPr>
              <a:t>Browser cache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3" y="31729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caches Drive image URLs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0303" y="36301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instant library reload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0303" y="40873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not the source of truth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0303" y="4544568"/>
            <a:ext cx="2240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B2A33"/>
                </a:solidFill>
                <a:latin typeface="Calibri"/>
              </a:rPr>
              <a:t>· re-syncs from Drive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989320"/>
            <a:ext cx="108813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608990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No n8n · No Airtable — Supabase is the single database for both reference prompts and favorites.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CAPABILITIES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does, and the rules it holds 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60350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774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74320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on-brand prompts for 9 casino brands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1638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16382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Load reference recipes live from Supabase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5844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58444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AI Assistant: concepts → generate → refine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00507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05072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Blend multiple references into a new prompt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4256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425696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5-step Sports Banner wizard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846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846320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Generate images via ChatGPT or 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2669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266944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Variations, image editing &amp; wide-banner extend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56875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6175A"/>
                </a:solidFill>
                <a:latin typeface="Calibri"/>
              </a:rPr>
              <a:t>F8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687568"/>
            <a:ext cx="5074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B2A33"/>
                </a:solidFill>
                <a:latin typeface="Calibri"/>
              </a:rPr>
              <a:t>Favorites, image library &amp; email content checker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03720" y="2148840"/>
            <a:ext cx="464515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237744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GROUND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27432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743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data always comes from Supabase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2324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23240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hardcoded prompts anywhere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3721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7216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No n8n and no Airtable in the stack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4210812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21081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Images → Google Drive; favorites → Supabase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7000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70001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API keys stay server-side in Vercel routes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51892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51892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Match the reference literally — don't re-invent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6784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2E7D32"/>
                </a:solidFill>
                <a:latin typeface="Calibri"/>
              </a:rPr>
              <a:t>N7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56784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Never break a feature that already works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What it runs 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457200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39572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FRONTEND &amp; HOSTING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8346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React + Vite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2724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Single-page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6758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Tailwind + shadcn/ui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968496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Component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5171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809744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Hosting + API 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53583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B2A33"/>
                </a:solidFill>
                <a:latin typeface="Calibri"/>
              </a:rPr>
              <a:t>TypeScript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565099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B637A"/>
                </a:solidFill>
                <a:latin typeface="Calibri"/>
              </a:rPr>
              <a:t>Typed end to 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148840"/>
            <a:ext cx="6108192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0" y="23957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SERVICES &amp;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76148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OpenAI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76148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Prompt generation (GPT) + images (gpt-image-1)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438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Gemini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3438144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generation, preferred for wide banners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1148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GCP Cloud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11480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Image editing + saving to Google Drive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7914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Supabase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791456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Reference prompts + liked_images favorites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546811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175A"/>
                </a:solidFill>
                <a:latin typeface="Calibri"/>
              </a:rPr>
              <a:t>Google Drive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5468112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B2A33"/>
                </a:solidFill>
                <a:latin typeface="Calibri"/>
              </a:rPr>
              <a:t>Generated image storage (+ localStorage cache)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175A"/>
                </a:solidFill>
                <a:latin typeface="Calibri"/>
              </a:rPr>
              <a:t>GOOD TO KNOW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1B2A33"/>
                </a:solidFill>
                <a:latin typeface="Calibri"/>
              </a:rPr>
              <a:t>Behaviors by design, and how to run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395727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33172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Wide 2:1 banners mirror-extend the real scene into the gaps — this is intentional, not a bug.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26440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20040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Local `npm run dev` serves the UI only; AI/API features run on Vercel deploys.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133088"/>
            <a:ext cx="146304" cy="146304"/>
          </a:xfrm>
          <a:prstGeom prst="rect">
            <a:avLst/>
          </a:prstGeom>
          <a:solidFill>
            <a:srgbClr val="1617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406908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>
                <a:solidFill>
                  <a:srgbClr val="1B2A33"/>
                </a:solidFill>
                <a:latin typeface="Calibri"/>
              </a:rPr>
              <a:t>Favorites (liked_images) and generated images are stored separately, on purpose.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2194560"/>
            <a:ext cx="4187952" cy="4069080"/>
          </a:xfrm>
          <a:prstGeom prst="roundRect">
            <a:avLst>
              <a:gd name="adj" fmla="val 6000"/>
            </a:avLst>
          </a:prstGeom>
          <a:solidFill>
            <a:srgbClr val="1B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487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CDD6FF"/>
                </a:solidFill>
                <a:latin typeface="Calibri"/>
              </a:rPr>
              <a:t>GET STARTED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9718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20954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36301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Run locally (UI)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867911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npm run dev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28853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Type-check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5262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npx tsc --noEmit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3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C8C6C6"/>
                </a:solidFill>
                <a:latin typeface="Calibri"/>
              </a:rPr>
              <a:t>Deploy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184647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FFFFFF"/>
                </a:solidFill>
                <a:latin typeface="Calibri"/>
              </a:rPr>
              <a:t>git push → Vercel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5669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8C6C6"/>
                </a:solidFill>
                <a:latin typeface="Calibri"/>
              </a:rPr>
              <a:t>Frontend + API on Vercel · data in Supabase · images in Drive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8A93A8"/>
                </a:solidFill>
                <a:latin typeface="Calibri"/>
              </a:rPr>
              <a:t>Multi-Brand Prompt Generator  ·  On-brand AI image prompts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59436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400" b="1">
                <a:solidFill>
                  <a:srgbClr val="C9CEE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