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PROMPT GENERATOR  ·  MULTI-BRAND AI IMAGE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33"/>
                </a:solidFill>
                <a:latin typeface="Calibri"/>
              </a:rPr>
              <a:t>Multi-Brand Prompt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5B637A"/>
                </a:solidFill>
                <a:latin typeface="Calibri"/>
              </a:rPr>
              <a:t>Turns a brand and a reference image into a polished, on-brand AI image prompt — then sends it straight to ChatGPT or Gemini to generate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Casino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Roosterbet · SpinJo · FortunePlay +6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Ways to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Reference · Assistant · Blend · Wizard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image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ChatGPT (gpt-image-1) +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blank page to on-brand image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Replacing guesswork and prompt-copying with a guided, brand-aware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920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37A"/>
                </a:solidFill>
                <a:latin typeface="Calibri"/>
              </a:rPr>
              <a:t>Designers used to write image prompts by hand — copying an old prompt, swapping a few words, and hoping the result still looked like the brand.
This app does it for them. Pick a brand, pick a reference image you like, tweak a few settings, and it writes a fresh, detailed prompt that stays true to that brand's look — ready to paste into ChatGPT or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14807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Who it's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MK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0906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Marketing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41071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Spin up promo banners and social art for any brand without writing prompts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096512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09651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0782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Brand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98264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Every prompt is grounded in that brand's own reference library, so output stays on-brand.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8406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8406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50657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858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Seconds from idea to a copy-paste prompt — and one click to the actual image.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Seven simple steps,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whole flow lives on one screen — no spreadsheets, no copy-pasting old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Choose from 9 casino brands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94176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Load a template image you like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See its recipe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App shows the reference's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90303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Adjust settings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Position, ratio, theme, description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39112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95144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5144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95144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Regenerate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5144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OpenAI writes a fresh on-brand prompt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37176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93208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93208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93208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Generate images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Send to ChatGPT or 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91271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91271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1271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Save &amp; organize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Heart favorites, browse the library</a:t>
            </a:r>
          </a:p>
        </p:txBody>
      </p:sp>
      <p:sp>
        <p:nvSpPr>
          <p:cNvPr id="42" name="Chevron 41"/>
          <p:cNvSpPr/>
          <p:nvPr/>
        </p:nvSpPr>
        <p:spPr>
          <a:xfrm>
            <a:off x="3291839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089904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8887968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evron 44"/>
          <p:cNvSpPr/>
          <p:nvPr/>
        </p:nvSpPr>
        <p:spPr>
          <a:xfrm>
            <a:off x="4690872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488936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THE MAIN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Everything happens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Choose, tweak, generate — the app guides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LIVE APP SCREENSHOT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0370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48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Brand &amp;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4144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dropdowns at the top — brand first, then a reference prompt loaded live from Supabase.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44952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9900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Custom Prompt / Sports Banner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282696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tabs: the classic custom flow, or the guided sports-banner wizard.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313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123944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position (left/center/right), aspect ratio, plus a theme and description in plain words.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2744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46725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Regenerate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6519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One button asks OpenAI to rewrite a fresh, on-brand prompt from your choices.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68696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5138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Action buttons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8064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Copy, refresh, save, favorite — then ChatGPT, Gemini, or Generate Both to make the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47104" y="2066544"/>
            <a:ext cx="4873752" cy="3107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ai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4709160" cy="29432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WAYS TO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Four ways to build 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Same brand-aware engine, four starting points depending on how much guidance you want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54203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Reference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Start from an existing brand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Pick a reference prompt from the library and tweak position, ratio, theme and description. The classic 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94176" y="2542032"/>
            <a:ext cx="384048" cy="9144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F6FB5"/>
                </a:solidFill>
                <a:latin typeface="Calibri"/>
              </a:rPr>
              <a:t>Describe an idea in plain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Give it a task and a description; it suggests concepts, then writes and refines a full prompt for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542032"/>
            <a:ext cx="38404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Blend Two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Mix references into something 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Combine several reference prompts into one fresh, unique prompt that still reads unmistakably as the brand.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3" y="2542032"/>
            <a:ext cx="384048" cy="9144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Sports Banner Wizard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93A8"/>
                </a:solidFill>
                <a:latin typeface="Calibri"/>
              </a:rPr>
              <a:t>A guided 5-step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Sport, scene, subject position and background — a step-by-step wizard for sports-themed banners.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 PROMPT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 reference is broken into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Stored in Supabase and shown in the expandable panel — this is what keeps output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Format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Frame &amp; composition, e.g. wide cinematic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8144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Primary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hero element the scene is built around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Subject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character or figure and how it's posed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4272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34272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3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Lighting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Light sources, colour and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feeling — futuristic, festive, tense…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8144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38144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8144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setting behind the subject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6208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Positive Prompt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full art-direction the image engine reads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34272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34272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34272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0303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Negative Prompt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3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What to exclude — text, logos, watermarks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Positive &amp; Negative prompts feed the image engine directly — everything else guides the rewrite.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Describe it once, let the assistant do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For when you don't have a reference in mind — just an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LIVE APP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762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Concepts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23744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Give it a brand, a task and a short description — it drafts three concept directions to choose from.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18688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04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47872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Pick the concept you like and it writes a full, detailed prompt, then renders the image.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42816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4281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Refine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720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Not quite right? Ask for changes in plain language and it rewrites, keeping what worked.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49240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486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Built-in 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5779008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37A"/>
                </a:solidFill>
                <a:latin typeface="Calibri"/>
              </a:rPr>
              <a:t>Every call priced live (OpenAI + Gemini), with a daily / monthly spend view and a spend cap.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98464" y="2203704"/>
            <a:ext cx="5650992" cy="35935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ive-2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286000"/>
            <a:ext cx="5486400" cy="3429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IMAGE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prompt to picture, then polish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prompt, two engines, and tools to fix and extend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ChatGPT — gpt-image-1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OpenAI's image model, called directly from the app. Great for square and portrait 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Google's image model — the preferred engine for wide 16:9 banners that gpt-image-1 struggles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Generate Variations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Make several takes of an image at once via the gpt-image-1 edit API — pick the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Edit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Refine an existing image (via GCP Cloud Run) without starting the prompt 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9432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Wide-banner extend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For 2:1 banners the real scene is mirror-extended into the side gaps — never cropped or blurred.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Save to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Generated images are stored in Google Drive and cached in the browser for instant reload.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REAL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Sample brand banners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visual language across every brand — mascot, colours and texture stay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88552" y="5486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5760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REAL GENERATED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Roosterbet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mail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40863"/>
            <a:ext cx="4709160" cy="11929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SpinJo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593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ail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40863"/>
            <a:ext cx="4709160" cy="11929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296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FortunePlay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ail-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58184"/>
            <a:ext cx="4709160" cy="119298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NovaDreams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mail-hea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58184"/>
            <a:ext cx="4709160" cy="11929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PlayMojo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mail-hea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75504"/>
            <a:ext cx="4709160" cy="119298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LuckyVibe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4593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mail-hea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175504"/>
            <a:ext cx="4709160" cy="11929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EMAIL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It even builds the marketing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generated image drops into a ready-to-send, on-brand HTML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GENERATED 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9514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On-brand header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54203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The brand's banner sits at the top of every email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098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46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Copy that fits the offer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54787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line and body written around the promo — not lorem ipsum.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0682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251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Two layouts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55371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An image-hero version and a brand-only version, side by side.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1266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257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Compliant footer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555955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Social links, 'Sent on behalf of', 21+ notice and unsubscribe.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144" y="2039112"/>
            <a:ext cx="4953407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mail-roosterbe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21408"/>
            <a:ext cx="4788815" cy="42245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A simple frontend, thin API routes, trusted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React app displays and fires actions; all secrets and heavy lifting live in Vercel API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240280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C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2240280"/>
            <a:ext cx="109728" cy="78638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59152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Frontend  ·  What the user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97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React + Vite SPA on Vercel — generator, assistant, image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5192" y="3035808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282696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3282696"/>
            <a:ext cx="109728" cy="786384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40156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Vercel API routes  · 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39896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FFFFFF"/>
                </a:solidFill>
                <a:latin typeface="Calibri"/>
              </a:rPr>
              <a:t>OpenAI calls, prompt building, GCP auth, Supabase &amp; Drive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5192" y="407822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325112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0" y="4325112"/>
            <a:ext cx="109728" cy="7863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44398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AI + image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82312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OpenAI (prompts + gpt-image-1)  ·  Gemini  ·  GCP Cloud Run (edit &amp; save)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5192" y="5120640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5367527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367527"/>
            <a:ext cx="109728" cy="7863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54863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Data &amp;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24727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Supabase (prompts + favorites)  ·  Google Drive (images)  ·  localStorage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24028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2402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Frontend stays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551176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Displays data and fires actions — no API keys, no business logic.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9544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2095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API holds the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352044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OpenAI/GCP keys live only in Vercel env vars, never in the browser.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178808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417880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Two image paths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4489704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Variations use OpenAI directly; edits &amp; saving go through GCP Cloud Run.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148072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51480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Drive is source of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54589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The library syncs from a shared Drive folder; localStorage is just a cache.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DATA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Where everything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Supabase is the database; Google Drive holds the images; the browser keeps a fast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4572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Supabase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prompt_name / brand_name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format_layout / subject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lighting / mood /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positive_prompt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0017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negative_prompt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2587752"/>
            <a:ext cx="2651760" cy="45720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4176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liked_images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Favorites (Supabase)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image the user hearted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brand + source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Drive URL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separate from references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587752"/>
            <a:ext cx="26517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Google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Image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every generated 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shared folder = source of truth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works across users &amp; devices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survives domain changes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4272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4272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4272" y="2587752"/>
            <a:ext cx="2651760" cy="45720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localStorage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3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Browser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3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caches Drive image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3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instant library reload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3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not the source of truth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3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re-syncs from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608990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No n8n · No Airtable — Supabase is the single database for both reference prompts and favorites.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does, and the rules it holds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6035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432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on-brand prompts for 9 casino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638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638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Load reference recipes live from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8444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AI Assistant: concepts → generate →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0507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Blend multiple references into a new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2569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5-step Sports Banner wizard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46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images via ChatGPT or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2669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6694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Variations, image editing &amp; wide-banner extend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875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875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Favorites, image library &amp; email content checker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148840"/>
            <a:ext cx="464515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377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GROUND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data always comes from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324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324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hardcoded prompts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21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21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n8n and no Airtable in the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108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108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Images → Google Drive; favorites → 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00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API keys stay server-side in Vercel routes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892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892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Match the reference literally — don't re-invent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678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6784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Never break a feature that already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FRONTEND &amp;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React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Single-page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Tailwind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684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Component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17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09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Hosting + 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58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5099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Typed end to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148840"/>
            <a:ext cx="610819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SERVICES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614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Prompt generation (GPT) + images (gpt-image-1)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38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Gemini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3814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generation, preferred for wide banners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GCP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editing + saving to Google Drive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914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79145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prompts + liked_images favorites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681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Google Drive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4681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Generated image storage (+ localStorage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Behaviors by design, and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9572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33172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Wide 2:1 banners mirror-extend the real scene into the gaps — this is intentional, not a bug.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6440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Local `npm run dev` serves the UI only; AI/API features run on Vercel deploys.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3308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690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Favorites (liked_images) and generated images are stored separately, on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4187952" cy="4069080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DD6FF"/>
                </a:solidFill>
                <a:latin typeface="Calibri"/>
              </a:rPr>
              <a:t>GET STARTED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9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Run locally (UI)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86791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run dev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885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Type-check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5262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npx tsc --noEmit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8464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git push → Vercel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669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8C6C6"/>
                </a:solidFill>
                <a:latin typeface="Calibri"/>
              </a:rPr>
              <a:t>Frontend + API on Vercel · data in Supabase · images in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A93A8"/>
                </a:solidFill>
                <a:latin typeface="Calibri"/>
              </a:rPr>
              <a:t>Multi-Brand Prompt Generator  ·  On-brand AI image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